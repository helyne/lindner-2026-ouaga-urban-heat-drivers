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Data acquisition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274320" y="384048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EF3E0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840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Landsat 8/9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</a:rPr>
              <a:t>LST (ST_B10)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384048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EF3E0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3840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Sentinel-2 L2A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</a:rPr>
              <a:t>NDVI, NDBI, BSI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577840" y="384048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EF3E0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3840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Static sources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</a:rPr>
              <a:t>DEM, water, roads, land cover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0" y="886968"/>
            <a:ext cx="0" cy="2286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14800" y="886968"/>
            <a:ext cx="0" cy="2286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66560" y="886968"/>
            <a:ext cx="0" cy="2286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7432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Preprocessing and target definition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307592"/>
            <a:ext cx="7315200" cy="365760"/>
          </a:xfrm>
          <a:prstGeom prst="roundRect">
            <a:avLst>
              <a:gd name="adj" fmla="val 25000"/>
            </a:avLst>
          </a:prstGeom>
          <a:solidFill>
            <a:srgbClr val="F1EFE8"/>
          </a:solidFill>
          <a:ln w="6350">
            <a:solidFill>
              <a:srgbClr val="8887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307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cloud masking, compositing, 30 m UTM grid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1673352"/>
            <a:ext cx="0" cy="27432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43600" y="1673352"/>
            <a:ext cx="0" cy="27432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97280" y="196596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DE0D6"/>
          </a:solidFill>
          <a:ln w="6350">
            <a:solidFill>
              <a:srgbClr val="FDE0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3A2A"/>
                </a:solidFill>
              </a:rPr>
              <a:t>LST composite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3A2A"/>
                </a:solidFill>
              </a:rPr>
              <a:t>Mar–May 2022–2024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EFF8E6"/>
          </a:solidFill>
          <a:ln w="6350">
            <a:solidFill>
              <a:srgbClr val="97C4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9659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D11"/>
                </a:solidFill>
              </a:rPr>
              <a:t>8 predictor variables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NDVI · NDBI · BSI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DEM · built-up density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green density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distance to water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distance to roads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2468880"/>
            <a:ext cx="0" cy="32004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468880" y="2514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threshold: μ + 1σ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97280" y="2788920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FDE0D6"/>
          </a:solidFill>
          <a:ln w="6350">
            <a:solidFill>
              <a:srgbClr val="FDE0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labels (binary)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291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Predictive modelling and interpretability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3172968"/>
            <a:ext cx="0" cy="4663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468880" y="34381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target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0" y="3063240"/>
            <a:ext cx="0" cy="667512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0" y="3730752"/>
            <a:ext cx="256032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3730752"/>
            <a:ext cx="0" cy="-82296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572000" y="34381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features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97280" y="3639312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E8F2FC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36393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</a:rPr>
              <a:t>ML classification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XGBoost, RF, SVM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0" y="4142232"/>
            <a:ext cx="0" cy="2286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97280" y="4370832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E8F2FC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" y="4370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</a:rPr>
              <a:t>SHAP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Feature importance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187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Causal validation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4370832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E8F2FC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3708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</a:rPr>
              <a:t>GCCM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Causal inference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97280" y="4919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Which predictors matter?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4919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Do they causally drive LST?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2217420"/>
            <a:ext cx="64008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57200" y="2217420"/>
            <a:ext cx="0" cy="3022092"/>
          </a:xfrm>
          <a:prstGeom prst="line">
            <a:avLst/>
          </a:prstGeom>
          <a:noFill/>
          <a:ln w="12700">
            <a:solidFill>
              <a:srgbClr val="1D9E75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57200" y="5239512"/>
            <a:ext cx="493776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5394960" y="4873752"/>
            <a:ext cx="0" cy="365760"/>
          </a:xfrm>
          <a:prstGeom prst="line">
            <a:avLst/>
          </a:prstGeom>
          <a:noFill/>
          <a:ln w="12700">
            <a:solidFill>
              <a:srgbClr val="1D9E75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45720" y="29489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F6E56"/>
                </a:solidFill>
              </a:rPr>
              <a:t>LST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132320" y="3063240"/>
            <a:ext cx="0" cy="1307592"/>
          </a:xfrm>
          <a:prstGeom prst="line">
            <a:avLst/>
          </a:prstGeom>
          <a:noFill/>
          <a:ln w="12700">
            <a:solidFill>
              <a:srgbClr val="1D9E75"/>
            </a:solidFill>
            <a:prstDash val="dash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7223760" y="35204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6E56"/>
                </a:solidFill>
              </a:rPr>
              <a:t>Predictors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Methods Workflow</dc:title>
  <dc:subject>PptxGenJS Presentation</dc:subject>
  <dc:creator>PptxGenJS</dc:creator>
  <cp:lastModifiedBy>PptxGenJS</cp:lastModifiedBy>
  <cp:revision>1</cp:revision>
  <dcterms:created xsi:type="dcterms:W3CDTF">2026-04-21T13:14:55Z</dcterms:created>
  <dcterms:modified xsi:type="dcterms:W3CDTF">2026-04-21T13:14:55Z</dcterms:modified>
</cp:coreProperties>
</file>